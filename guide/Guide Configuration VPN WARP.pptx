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6"/>
  </p:normalViewPr>
  <p:slideViewPr>
    <p:cSldViewPr snapToGrid="0">
      <p:cViewPr varScale="1">
        <p:scale>
          <a:sx n="90" d="100"/>
          <a:sy n="90" d="100"/>
        </p:scale>
        <p:origin x="2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ACCDD8-C69E-72C4-8597-BDFB036F8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E3BAB43-C9FF-0BD6-34CC-CB01CB303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AD1DCD-C71C-CFC8-BBB3-0A5E830B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BA4331-F7E5-7C39-A084-BBF54768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AFA848-9C22-B3C7-7A8C-17EDB98D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166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F394EB-7E4F-204A-4DC2-5301CA08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96AAB9-6508-F885-4044-2D28FFFD2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FD8713-981D-D48D-9C9E-F6769022C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ABDC48-31E6-4A5D-5BD4-2CE8283B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4DE49F-6DFC-DE65-044E-694BC981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846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B04479-D3EC-EC46-329D-C6340208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296C80-13FF-901A-DE43-92E5CB472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E8B3DC-65E6-3DB4-EEF3-BBB6EB25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AD5F1E-2969-1893-28A5-71ADBC16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F85B3B-C9CE-4943-197E-7282EFF6F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00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4B4544-7B1D-C25F-2095-5EE3DD62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A2CF56-F63A-87FC-B110-EB74CF5A3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0353215-4843-CA17-2CB9-7EAAF8C9F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27256F-4455-DCD1-72DC-7E4559E5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7CAA9C-9584-E2EE-0B5B-7DBA1968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8A6F79-80F2-0B68-1BAD-12572FF6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375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E9B5E3-4B3D-DB75-0C40-0F9A7490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1A0BB5-3F03-7536-ACCC-9903D8F0D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E42760C-9319-C1AE-2A51-34F165E13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8B21FD-A582-E5DF-53C5-89196962B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09C0694-9411-204B-17D2-EEFE301BA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435535-CDF7-12A3-D012-86013680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1D7E8E4-4DA4-BF13-877D-29EE4174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59164FA-06C2-A48C-C846-181FCC2F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4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956E6-EED1-D573-38ED-1A9CC310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20E645F-95C3-3037-558E-ABCA5065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05438F-7174-79A5-C0B4-F4083434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102533-0883-E869-B371-43A82327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3497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832A3C6-BE34-7C33-CE8E-24B744E5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32921F-1997-0940-A18A-18B6A3D61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B7E88E-567D-B97D-797C-8B040DE73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0263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5299FE-C4DB-C047-3EC0-0FF192B0F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D27678-4CD7-F1CF-E8A5-861145BEC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CBC2F2-8FB0-3C7F-B57D-56E6B2AB2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C799F6-2D83-A3B0-C12F-64664318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604D48-C75F-267C-91CA-7E086614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20DB39-74A4-9D59-CF51-206445A12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175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50A4FF-35E6-B78A-1620-16412AA3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7D6D5D-8951-E59A-B644-8EE38AAABA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742FE6-FEF8-F6D5-DC48-17B0AE173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0CFE25-BAB9-5077-65FA-771807B7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7EEA64-0438-23B5-2FCF-F9A57937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36C9AE-4CCE-3504-8CEC-DB0C3764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75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AC494-0792-364A-1941-2C4D24C9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D4C8989-49FB-A3ED-F8E7-153E0643F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683B71-DDE2-0F94-09AD-6A8B2907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C059EA-3DB5-3BB8-26CB-F05F038E1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06D400-01F8-FA6E-FBED-F6E8AE7D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60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0A1608B-F9A2-F19F-C5A9-E4E4C2832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2580A19-FF5A-611F-F782-9E1DBAD3B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499F22-DD07-D093-5257-3E3DC0F1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52E92E-5506-425A-4A8C-131A10044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1D49A9-EED5-57C7-B639-5B5EC6B3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51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F48F566-8F7E-90F0-A6AE-4A036F81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E96516-B0BB-E4AB-2C42-52A1E7B24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1D704C-68EC-6245-EF76-81AEC75CC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2AD78-6FE9-A445-9027-0EEB9A09B891}" type="datetimeFigureOut">
              <a:rPr lang="fr-FR" smtClean="0"/>
              <a:t>29/05/2024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5C90C3-F89D-B9FB-93C6-DCFEEF336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989376-88D1-F02E-C36F-9BB314AB2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62691-A1E5-6F46-800D-A54C7E2161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22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DB3B7B8-7427-9767-D22E-163599422C41}"/>
              </a:ext>
            </a:extLst>
          </p:cNvPr>
          <p:cNvSpPr txBox="1"/>
          <p:nvPr/>
        </p:nvSpPr>
        <p:spPr>
          <a:xfrm>
            <a:off x="0" y="2551837"/>
            <a:ext cx="1219200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5400" b="1" dirty="0">
                <a:latin typeface="+mj-lt"/>
              </a:rPr>
              <a:t>GUIDE DE CONFIGURATION </a:t>
            </a:r>
          </a:p>
          <a:p>
            <a:pPr algn="ctr"/>
            <a:r>
              <a:rPr lang="fr-FR" sz="5400" b="1" dirty="0">
                <a:latin typeface="+mj-lt"/>
              </a:rPr>
              <a:t>DU CLIENT VPN</a:t>
            </a:r>
            <a:endParaRPr lang="fr-FR" sz="4000" b="1" dirty="0">
              <a:latin typeface="+mj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571BC0-3947-A8CB-81A3-56C581BF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016" y="233996"/>
            <a:ext cx="3047907" cy="1151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4850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47EAE32-4F10-FA8F-E1C8-FC5E3989AE6D}"/>
              </a:ext>
            </a:extLst>
          </p:cNvPr>
          <p:cNvSpPr txBox="1"/>
          <p:nvPr/>
        </p:nvSpPr>
        <p:spPr>
          <a:xfrm>
            <a:off x="407774" y="1219015"/>
            <a:ext cx="81555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1 | Le client apparait sous forme de nuage dans la barre de tâches une fois installé. Il est déconnecté. Cliquer sur l’icône réglages en bas à droite.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2 | Cliquer sur Préférences</a:t>
            </a:r>
          </a:p>
          <a:p>
            <a:endParaRPr lang="fr-FR" sz="20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3907EB5-57E6-E92A-5B71-70102108CD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016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latin typeface="+mj-lt"/>
              </a:rPr>
              <a:t>CONFIGURATION WARP : PROCÉDURE</a:t>
            </a:r>
          </a:p>
        </p:txBody>
      </p:sp>
      <p:pic>
        <p:nvPicPr>
          <p:cNvPr id="9" name="Image 8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F0D81CAE-DE8F-5A5B-8EE9-0DE2707C6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736" y="1219015"/>
            <a:ext cx="2353056" cy="3049922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D2C6AC0-8D04-3E57-911E-80C3EF8E26D5}"/>
              </a:ext>
            </a:extLst>
          </p:cNvPr>
          <p:cNvSpPr/>
          <p:nvPr/>
        </p:nvSpPr>
        <p:spPr>
          <a:xfrm>
            <a:off x="10948416" y="3925824"/>
            <a:ext cx="365760" cy="390144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5FF72BC8-8553-4373-CBA1-BDF16CE86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562" y="3429000"/>
            <a:ext cx="2633112" cy="3367934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E28A7014-9388-B958-2078-90DC71E72CF0}"/>
              </a:ext>
            </a:extLst>
          </p:cNvPr>
          <p:cNvSpPr/>
          <p:nvPr/>
        </p:nvSpPr>
        <p:spPr>
          <a:xfrm>
            <a:off x="4431612" y="5791200"/>
            <a:ext cx="1030404" cy="24637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55D5C5-DB77-29B6-EAFB-019C44387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135" y="1813262"/>
            <a:ext cx="2432724" cy="24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18F2BE05-20F6-8896-F655-5DE8CF0B9245}"/>
              </a:ext>
            </a:extLst>
          </p:cNvPr>
          <p:cNvSpPr/>
          <p:nvPr/>
        </p:nvSpPr>
        <p:spPr>
          <a:xfrm>
            <a:off x="8129588" y="2528888"/>
            <a:ext cx="525565" cy="612209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098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47EAE32-4F10-FA8F-E1C8-FC5E3989AE6D}"/>
              </a:ext>
            </a:extLst>
          </p:cNvPr>
          <p:cNvSpPr txBox="1"/>
          <p:nvPr/>
        </p:nvSpPr>
        <p:spPr>
          <a:xfrm>
            <a:off x="407774" y="1219015"/>
            <a:ext cx="81555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3 | La popup suivante apparait ; cliquer sur Compte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4 | Cliquer sur Se connecter avec </a:t>
            </a:r>
            <a:r>
              <a:rPr lang="fr-FR" sz="2000" dirty="0" err="1"/>
              <a:t>Cloudflare</a:t>
            </a:r>
            <a:r>
              <a:rPr lang="fr-FR" sz="2000" dirty="0"/>
              <a:t> </a:t>
            </a:r>
            <a:r>
              <a:rPr lang="fr-FR" sz="2000" dirty="0" err="1"/>
              <a:t>Zero</a:t>
            </a:r>
            <a:r>
              <a:rPr lang="fr-FR" sz="2000" dirty="0"/>
              <a:t> Trust</a:t>
            </a:r>
          </a:p>
          <a:p>
            <a:endParaRPr lang="fr-FR" sz="2000" dirty="0"/>
          </a:p>
        </p:txBody>
      </p:sp>
      <p:pic>
        <p:nvPicPr>
          <p:cNvPr id="7" name="Image 6" descr="Une image contenant texte, capture d’écran, logiciel, Page web&#10;&#10;Description générée automatiquement">
            <a:extLst>
              <a:ext uri="{FF2B5EF4-FFF2-40B4-BE49-F238E27FC236}">
                <a16:creationId xmlns:a16="http://schemas.microsoft.com/office/drawing/2014/main" id="{FEE239E6-E8A4-CCF6-9F49-D0285CDBE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665" y="4081337"/>
            <a:ext cx="4231894" cy="2560121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33907EB5-57E6-E92A-5B71-70102108CD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016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latin typeface="+mj-lt"/>
              </a:rPr>
              <a:t>CONFIGURATION WARP : PROCÉDURE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E28A7014-9388-B958-2078-90DC71E72CF0}"/>
              </a:ext>
            </a:extLst>
          </p:cNvPr>
          <p:cNvSpPr/>
          <p:nvPr/>
        </p:nvSpPr>
        <p:spPr>
          <a:xfrm>
            <a:off x="4497717" y="6370704"/>
            <a:ext cx="2062034" cy="35928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54DB95-DA53-96BB-800E-F8585ED35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833" y="1219015"/>
            <a:ext cx="5012393" cy="2502161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0D2C6AC0-8D04-3E57-911E-80C3EF8E26D5}"/>
              </a:ext>
            </a:extLst>
          </p:cNvPr>
          <p:cNvSpPr/>
          <p:nvPr/>
        </p:nvSpPr>
        <p:spPr>
          <a:xfrm>
            <a:off x="6771833" y="2079951"/>
            <a:ext cx="933511" cy="297489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16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47EAE32-4F10-FA8F-E1C8-FC5E3989AE6D}"/>
              </a:ext>
            </a:extLst>
          </p:cNvPr>
          <p:cNvSpPr txBox="1"/>
          <p:nvPr/>
        </p:nvSpPr>
        <p:spPr>
          <a:xfrm>
            <a:off x="407774" y="1219015"/>
            <a:ext cx="815550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5 | La popup suivante apparait ; cliquer sur Suivant puis Accepter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6 | Renseigner </a:t>
            </a:r>
            <a:r>
              <a:rPr lang="fr-FR" sz="2000" b="1" dirty="0"/>
              <a:t>apps-portal </a:t>
            </a:r>
            <a:r>
              <a:rPr lang="fr-FR" sz="2000" dirty="0"/>
              <a:t>au niveau du nom de l’équipe</a:t>
            </a:r>
          </a:p>
          <a:p>
            <a:endParaRPr lang="fr-FR" sz="20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3907EB5-57E6-E92A-5B71-70102108CD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016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latin typeface="+mj-lt"/>
              </a:rPr>
              <a:t>CONFIGURATION WARP : PROCÉDURE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94DCBE8-CD6C-1346-75AD-590296943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084" y="1913001"/>
            <a:ext cx="2376431" cy="3031998"/>
          </a:xfrm>
          <a:prstGeom prst="rect">
            <a:avLst/>
          </a:prstGeom>
        </p:spPr>
      </p:pic>
      <p:pic>
        <p:nvPicPr>
          <p:cNvPr id="12" name="Image 11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EAED89CA-46C2-74C5-6B18-E2F188E16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419" y="1770062"/>
            <a:ext cx="2480118" cy="3174937"/>
          </a:xfrm>
          <a:prstGeom prst="rect">
            <a:avLst/>
          </a:prstGeom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5CDBF05A-4B66-0178-21C4-8509BF019035}"/>
              </a:ext>
            </a:extLst>
          </p:cNvPr>
          <p:cNvSpPr/>
          <p:nvPr/>
        </p:nvSpPr>
        <p:spPr>
          <a:xfrm>
            <a:off x="6585113" y="4555625"/>
            <a:ext cx="1015838" cy="35928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57868D7-1474-ABFE-F7DC-66149AD2E6DF}"/>
              </a:ext>
            </a:extLst>
          </p:cNvPr>
          <p:cNvSpPr/>
          <p:nvPr/>
        </p:nvSpPr>
        <p:spPr>
          <a:xfrm>
            <a:off x="2458282" y="4530697"/>
            <a:ext cx="2062034" cy="35928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9115866F-324C-BDA6-35F3-07CD81515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276" y="5067300"/>
            <a:ext cx="3111500" cy="1790700"/>
          </a:xfrm>
          <a:prstGeom prst="rect">
            <a:avLst/>
          </a:prstGeom>
        </p:spPr>
      </p:pic>
      <p:sp>
        <p:nvSpPr>
          <p:cNvPr id="18" name="Ellipse 17">
            <a:extLst>
              <a:ext uri="{FF2B5EF4-FFF2-40B4-BE49-F238E27FC236}">
                <a16:creationId xmlns:a16="http://schemas.microsoft.com/office/drawing/2014/main" id="{A0741308-F956-475C-CC61-178108044D0E}"/>
              </a:ext>
            </a:extLst>
          </p:cNvPr>
          <p:cNvSpPr/>
          <p:nvPr/>
        </p:nvSpPr>
        <p:spPr>
          <a:xfrm>
            <a:off x="9144430" y="5783010"/>
            <a:ext cx="1015838" cy="35928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32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47EAE32-4F10-FA8F-E1C8-FC5E3989AE6D}"/>
              </a:ext>
            </a:extLst>
          </p:cNvPr>
          <p:cNvSpPr txBox="1"/>
          <p:nvPr/>
        </p:nvSpPr>
        <p:spPr>
          <a:xfrm>
            <a:off x="407774" y="1219015"/>
            <a:ext cx="815550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7 | Vous serez redirigé vers votre navigateur. Cliquer sur Azure AD – AKWA Azure AD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8 | La page suivante apparait ; cliquer sur Ouvrir </a:t>
            </a:r>
            <a:r>
              <a:rPr lang="fr-FR" sz="2000" dirty="0" err="1"/>
              <a:t>Cloudflare</a:t>
            </a:r>
            <a:r>
              <a:rPr lang="fr-FR" sz="2000" dirty="0"/>
              <a:t> WARP</a:t>
            </a:r>
          </a:p>
          <a:p>
            <a:endParaRPr lang="fr-FR" sz="20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3907EB5-57E6-E92A-5B71-70102108CD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016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latin typeface="+mj-lt"/>
              </a:rPr>
              <a:t>CONFIGURATION WARP : PROCÉDURE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0A8191-4561-5AE5-BA8F-4DC3799E8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936" y="2067804"/>
            <a:ext cx="4629658" cy="2999496"/>
          </a:xfrm>
          <a:prstGeom prst="rect">
            <a:avLst/>
          </a:prstGeom>
        </p:spPr>
      </p:pic>
      <p:pic>
        <p:nvPicPr>
          <p:cNvPr id="7" name="Image 6" descr="Une image contenant texte, capture d’écran, Page web, logiciel&#10;&#10;Description générée automatiquement">
            <a:extLst>
              <a:ext uri="{FF2B5EF4-FFF2-40B4-BE49-F238E27FC236}">
                <a16:creationId xmlns:a16="http://schemas.microsoft.com/office/drawing/2014/main" id="{2FA07F7F-1124-B11E-698F-25208503D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4010496"/>
            <a:ext cx="4457700" cy="284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47EAE32-4F10-FA8F-E1C8-FC5E3989AE6D}"/>
              </a:ext>
            </a:extLst>
          </p:cNvPr>
          <p:cNvSpPr txBox="1"/>
          <p:nvPr/>
        </p:nvSpPr>
        <p:spPr>
          <a:xfrm>
            <a:off x="407774" y="1219015"/>
            <a:ext cx="815550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9 | Le client devient bleu ; cliquer sur l’icône pour vous connecter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3907EB5-57E6-E92A-5B71-70102108CD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016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latin typeface="+mj-lt"/>
              </a:rPr>
              <a:t>CONFIGURATION WARP : PROCÉDURE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229667F-31A1-40D0-F1C8-DB9C8E228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904" y="2221496"/>
            <a:ext cx="2608563" cy="3212752"/>
          </a:xfrm>
          <a:prstGeom prst="rect">
            <a:avLst/>
          </a:prstGeom>
        </p:spPr>
      </p:pic>
      <p:pic>
        <p:nvPicPr>
          <p:cNvPr id="9" name="Image 8" descr="Une image contenant texte, capture d’écran, Police, Marque&#10;&#10;Description générée automatiquement">
            <a:extLst>
              <a:ext uri="{FF2B5EF4-FFF2-40B4-BE49-F238E27FC236}">
                <a16:creationId xmlns:a16="http://schemas.microsoft.com/office/drawing/2014/main" id="{DFBEF91D-29A8-B59B-C67C-B365BDE01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011" y="2221496"/>
            <a:ext cx="2833666" cy="3212752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E91308C4-CA9C-720D-2161-FDAC0ABA4A89}"/>
              </a:ext>
            </a:extLst>
          </p:cNvPr>
          <p:cNvSpPr/>
          <p:nvPr/>
        </p:nvSpPr>
        <p:spPr>
          <a:xfrm>
            <a:off x="2543169" y="2871788"/>
            <a:ext cx="1834522" cy="785812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8562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{0B96DCC0-A696-EE46-ABF7-5DE54BE2AA82}tf10001120</Template>
  <TotalTime>11634</TotalTime>
  <Words>146</Words>
  <Application>Microsoft Macintosh PowerPoint</Application>
  <PresentationFormat>Grand écran</PresentationFormat>
  <Paragraphs>67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Sofia BENHADDOU</dc:creator>
  <cp:lastModifiedBy>Sofia BENHADDOU</cp:lastModifiedBy>
  <cp:revision>34</cp:revision>
  <dcterms:created xsi:type="dcterms:W3CDTF">2022-10-28T07:39:27Z</dcterms:created>
  <dcterms:modified xsi:type="dcterms:W3CDTF">2024-05-29T15:28:38Z</dcterms:modified>
</cp:coreProperties>
</file>